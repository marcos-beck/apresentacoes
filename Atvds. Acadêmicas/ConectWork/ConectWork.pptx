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8F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798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Beck" userId="f15f9dfd94797d65" providerId="LiveId" clId="{1009966D-CB54-40DF-AB98-66308E027EF2}"/>
    <pc:docChg chg="modSld">
      <pc:chgData name="Marcos Beck" userId="f15f9dfd94797d65" providerId="LiveId" clId="{1009966D-CB54-40DF-AB98-66308E027EF2}" dt="2025-11-22T01:26:47.133" v="0" actId="20577"/>
      <pc:docMkLst>
        <pc:docMk/>
      </pc:docMkLst>
      <pc:sldChg chg="modSp mod">
        <pc:chgData name="Marcos Beck" userId="f15f9dfd94797d65" providerId="LiveId" clId="{1009966D-CB54-40DF-AB98-66308E027EF2}" dt="2025-11-22T01:26:47.133" v="0" actId="20577"/>
        <pc:sldMkLst>
          <pc:docMk/>
          <pc:sldMk cId="2181211838" sldId="259"/>
        </pc:sldMkLst>
        <pc:spChg chg="mod">
          <ac:chgData name="Marcos Beck" userId="f15f9dfd94797d65" providerId="LiveId" clId="{1009966D-CB54-40DF-AB98-66308E027EF2}" dt="2025-11-22T01:26:47.133" v="0" actId="20577"/>
          <ac:spMkLst>
            <pc:docMk/>
            <pc:sldMk cId="2181211838" sldId="259"/>
            <ac:spMk id="15" creationId="{49566717-C7E7-8113-25A4-23B5C1F9A48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D6926-5F4F-3F56-9DCA-4A225B596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533830-9463-F6CD-AB99-9D122AA8B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680501-2849-7BCD-3D38-072CFD8C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7B90-3375-4596-A036-010D5D399F7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4DE404-C9E6-B596-76EE-539F6CF71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921306-A93F-A2C4-3112-3E61EE1D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0DD8-CBBB-44E2-B891-EEB4D85FBD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75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98FB06-8D93-B112-ED0A-E420D7FBB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16D856-4038-CCA4-2B67-1449A65B1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40B155-22FE-7ECD-BD3E-547C203E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7B90-3375-4596-A036-010D5D399F7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E36BC5-A00C-9D46-9C58-5C6515C67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1F98A6-1901-D4BB-0E26-3AE060F96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0DD8-CBBB-44E2-B891-EEB4D85FBD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026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CE2A7F-229C-6042-6C64-58698C32A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A05428-ABF2-9EC5-AF5B-117AFD4AC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9BDB23-AAEA-D101-82D2-280070C8C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7B90-3375-4596-A036-010D5D399F7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93A1D3-701A-3A33-217E-DA66DE5BC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A1E1E6-DEEE-491E-CFD2-67CF50DE9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0DD8-CBBB-44E2-B891-EEB4D85FBD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06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F5B8A-AC9E-4C40-EC3B-DC3B32570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24A163-C1E5-6DB7-5578-F915231360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15CC1A-2599-5E4A-1C47-C137CEFAC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6B597A-0332-4B03-CDD8-60707A716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7B90-3375-4596-A036-010D5D399F7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3DECA2-6F69-8F34-5305-04EB9618E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6E6797-0C33-24FF-BB21-3A7C8A4AD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0DD8-CBBB-44E2-B891-EEB4D85FBD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65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3124D-16A9-E5BF-1A24-96C21EAE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663941-2926-9BC1-7779-93FB65A99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F32236-9BC3-D61F-5F7C-790458D65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7AA5956-82B7-A1BE-D201-D11F12D32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9528000-DFB1-4656-7BCB-3F5F21803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2BC35EE-2236-BFF6-D9A8-3E9158479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7B90-3375-4596-A036-010D5D399F7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F547923-4836-2BEA-5F60-D1B766645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FEDC9D7-86AB-1991-3664-D234724F1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0DD8-CBBB-44E2-B891-EEB4D85FBD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3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AEB9F-B0B0-71D5-6CD2-D07565930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C5367C3-30FA-C1D5-5655-6FC59F929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7B90-3375-4596-A036-010D5D399F7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72B9BBD-A96A-4997-9F86-2FD2B1507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BD1B6EE-67EA-88F7-4DD7-ED8556B23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0DD8-CBBB-44E2-B891-EEB4D85FBD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41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5412DF5-17F6-9150-E955-A461F9A68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7B90-3375-4596-A036-010D5D399F7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6AF0E1B-EDCA-D980-27CB-E63BFFCB7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F3D3D8-F22A-4821-796B-CBCFFEC09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0DD8-CBBB-44E2-B891-EEB4D85FBD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12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B421C-B5AF-F0D0-DBAD-68DC32EC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2404B3-735E-A863-13CF-6B211A7E8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DFFFD5-3FDE-9F3C-DC06-29B4E879F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542A7B0-521E-A0B1-272F-5B7BE77C6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7B90-3375-4596-A036-010D5D399F7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8F617D0-FD40-B022-9FD7-DC083BBFA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6AE967-A1E0-9423-F4AA-AE409AE83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0DD8-CBBB-44E2-B891-EEB4D85FBD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87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F7BE3C-3B08-AAC7-86FF-A113EBE63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A2AC5A5-4E75-FFFD-B301-6A85B1265D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E6672A-94A5-C465-A32B-C086BAD13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EFFC32-1356-C4FC-0C6B-A208BF50F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7B90-3375-4596-A036-010D5D399F7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0D30BD-59E1-7CC4-E549-03610D9A6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A1F293-2082-B600-463E-A65F7BBB1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0DD8-CBBB-44E2-B891-EEB4D85FBD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62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C0EF4-CDE0-E4FB-D3F7-EE2A912E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9D8CB35-C520-BD62-9CD3-DCBABC97B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7491D5-B5C9-133F-1343-B4492CFA6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7B90-3375-4596-A036-010D5D399F7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FD75BB-0D06-AE41-B80C-1B765029C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EA6D8F-1C51-C81A-8847-486B397DE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0DD8-CBBB-44E2-B891-EEB4D85FBD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04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74DAA7A-D6A8-AC4E-1C8E-B17460C25E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3CEB6B6-2F22-5970-E8B9-401F54305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5D5FC4-9BE0-580A-2ED0-51A45A0A4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7B90-3375-4596-A036-010D5D399F7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6579FB-5B92-4453-A1DE-EA78F31D5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5CEF1C-6840-2803-9DEF-AF20E37F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0DD8-CBBB-44E2-B891-EEB4D85FBD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85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DB4E590-E31D-6259-8BC0-18E248042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0437FD-B6FB-551C-1C05-88F7808B4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E0058A-9A29-7EEF-CBC6-C93B5B5EB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17B90-3375-4596-A036-010D5D399F7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05A8EB-4DE9-1660-475C-C393D65DE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5A80B1-07A1-EFA4-1AAE-E9D0B98C3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D60DD8-CBBB-44E2-B891-EEB4D85FBD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1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Homem sentado em frente a mesa&#10;&#10;O conteúdo gerado por IA pode estar incorreto.">
            <a:extLst>
              <a:ext uri="{FF2B5EF4-FFF2-40B4-BE49-F238E27FC236}">
                <a16:creationId xmlns:a16="http://schemas.microsoft.com/office/drawing/2014/main" id="{E63E5C59-30D0-D3BD-21A1-0DD073B59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8" t="18414" r="-8204" b="24879"/>
          <a:stretch>
            <a:fillRect/>
          </a:stretch>
        </p:blipFill>
        <p:spPr>
          <a:xfrm>
            <a:off x="0" y="-25401"/>
            <a:ext cx="11379200" cy="6883401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3E60FC8C-3AE1-AA80-3CB9-421F31BE6386}"/>
              </a:ext>
            </a:extLst>
          </p:cNvPr>
          <p:cNvSpPr/>
          <p:nvPr/>
        </p:nvSpPr>
        <p:spPr>
          <a:xfrm>
            <a:off x="6444343" y="-25400"/>
            <a:ext cx="5747657" cy="6883400"/>
          </a:xfrm>
          <a:prstGeom prst="rect">
            <a:avLst/>
          </a:prstGeom>
          <a:gradFill flip="none" rotWithShape="1">
            <a:gsLst>
              <a:gs pos="67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  <a:alpha val="84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044E1C0-D90A-7CB5-AD0D-5E3261286EDD}"/>
              </a:ext>
            </a:extLst>
          </p:cNvPr>
          <p:cNvSpPr/>
          <p:nvPr/>
        </p:nvSpPr>
        <p:spPr>
          <a:xfrm>
            <a:off x="5457371" y="123371"/>
            <a:ext cx="6734629" cy="9373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9566717-C7E7-8113-25A4-23B5C1F9A487}"/>
              </a:ext>
            </a:extLst>
          </p:cNvPr>
          <p:cNvSpPr txBox="1"/>
          <p:nvPr/>
        </p:nvSpPr>
        <p:spPr>
          <a:xfrm>
            <a:off x="5457371" y="166911"/>
            <a:ext cx="67346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i="1" dirty="0" err="1">
                <a:solidFill>
                  <a:schemeClr val="bg1"/>
                </a:solidFill>
                <a:latin typeface="Daytona" panose="020B0604030500040204" pitchFamily="34" charset="0"/>
              </a:rPr>
              <a:t>ConectWork</a:t>
            </a:r>
            <a:endParaRPr lang="en-US" sz="4400" i="1" dirty="0">
              <a:solidFill>
                <a:schemeClr val="bg1"/>
              </a:solidFill>
              <a:latin typeface="Daytona" panose="020B0604030500040204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7642F09-9757-E0D4-3EB4-1D6CF8DCA859}"/>
              </a:ext>
            </a:extLst>
          </p:cNvPr>
          <p:cNvSpPr txBox="1"/>
          <p:nvPr/>
        </p:nvSpPr>
        <p:spPr>
          <a:xfrm>
            <a:off x="5457372" y="726206"/>
            <a:ext cx="6734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 err="1">
                <a:solidFill>
                  <a:schemeClr val="bg1"/>
                </a:solidFill>
                <a:latin typeface="Daytona Condensed Light" panose="020F0502020204030204" pitchFamily="34" charset="0"/>
              </a:rPr>
              <a:t>Colaboração</a:t>
            </a:r>
            <a:r>
              <a:rPr lang="en-US" sz="1400" i="1" dirty="0">
                <a:solidFill>
                  <a:schemeClr val="bg1"/>
                </a:solidFill>
                <a:latin typeface="Daytona Condensed Light" panose="020F0502020204030204" pitchFamily="34" charset="0"/>
              </a:rPr>
              <a:t> </a:t>
            </a:r>
            <a:r>
              <a:rPr lang="en-US" sz="1400" i="1" dirty="0" err="1">
                <a:solidFill>
                  <a:schemeClr val="bg1"/>
                </a:solidFill>
                <a:latin typeface="Daytona Condensed Light" panose="020F0502020204030204" pitchFamily="34" charset="0"/>
              </a:rPr>
              <a:t>sem</a:t>
            </a:r>
            <a:r>
              <a:rPr lang="en-US" sz="1400" i="1" dirty="0">
                <a:solidFill>
                  <a:schemeClr val="bg1"/>
                </a:solidFill>
                <a:latin typeface="Daytona Condensed Light" panose="020F0502020204030204" pitchFamily="34" charset="0"/>
              </a:rPr>
              <a:t> </a:t>
            </a:r>
            <a:r>
              <a:rPr lang="en-US" sz="1400" i="1" dirty="0" err="1">
                <a:solidFill>
                  <a:schemeClr val="bg1"/>
                </a:solidFill>
                <a:latin typeface="Daytona Condensed Light" panose="020F0502020204030204" pitchFamily="34" charset="0"/>
              </a:rPr>
              <a:t>distância</a:t>
            </a:r>
            <a:endParaRPr lang="en-US" sz="1400" i="1" dirty="0">
              <a:latin typeface="Daytona Condensed Light" panose="020F050202020403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81DD9E5-ACE3-B608-6A4C-C256E86FAE7E}"/>
              </a:ext>
            </a:extLst>
          </p:cNvPr>
          <p:cNvSpPr txBox="1"/>
          <p:nvPr/>
        </p:nvSpPr>
        <p:spPr>
          <a:xfrm>
            <a:off x="6585735" y="1271149"/>
            <a:ext cx="544530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  <a:latin typeface="Daytona Light" panose="020B0304030503040204" pitchFamily="34" charset="0"/>
              </a:rPr>
              <a:t>Uma plataforma interativa que integra chat, quadros visuais, salas rápidas de ideias e desafios semanais gamificados, incentivando engajamento e colaboração entre equipes híbridas, fortalecendo comunicação, criatividade e alinhamento mesmo quando cada pessoa trabalha de um local diferente.</a:t>
            </a:r>
            <a:endParaRPr lang="en-US" sz="1600" dirty="0">
              <a:solidFill>
                <a:schemeClr val="bg1"/>
              </a:solidFill>
              <a:latin typeface="Daytona Light" panose="020B0304030503040204" pitchFamily="34" charset="0"/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4147297B-9351-DD83-BC7D-45A9ADB2E514}"/>
              </a:ext>
            </a:extLst>
          </p:cNvPr>
          <p:cNvSpPr/>
          <p:nvPr/>
        </p:nvSpPr>
        <p:spPr>
          <a:xfrm>
            <a:off x="6585735" y="3133618"/>
            <a:ext cx="5445303" cy="1777429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CB7AE24-5E11-423D-F935-9E2C728519F5}"/>
              </a:ext>
            </a:extLst>
          </p:cNvPr>
          <p:cNvSpPr txBox="1"/>
          <p:nvPr/>
        </p:nvSpPr>
        <p:spPr>
          <a:xfrm>
            <a:off x="6595520" y="3247910"/>
            <a:ext cx="54453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b="1" dirty="0">
                <a:solidFill>
                  <a:schemeClr val="bg1"/>
                </a:solidFill>
                <a:latin typeface="Daytona" panose="020B0604030500040204" pitchFamily="34" charset="0"/>
              </a:rPr>
              <a:t>Benefícios esperados:</a:t>
            </a:r>
          </a:p>
          <a:p>
            <a:pPr>
              <a:buNone/>
            </a:pPr>
            <a:endParaRPr lang="pt-BR" sz="1600" b="1" dirty="0">
              <a:solidFill>
                <a:schemeClr val="bg1"/>
              </a:solidFill>
              <a:latin typeface="Daytona" panose="020B0604030500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Daytona Light" panose="020B0304030503040204" pitchFamily="34" charset="0"/>
              </a:rPr>
              <a:t>Aumenta a interação entre equipes presenciais e remotas.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Daytona Light" panose="020B0304030503040204" pitchFamily="34" charset="0"/>
              </a:rPr>
              <a:t>Fortalece o senso de pertencimento e motivação.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Daytona Light" panose="020B0304030503040204" pitchFamily="34" charset="0"/>
              </a:rPr>
              <a:t>Torna reuniões e trocas mais ágeis e criativas.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797FEC8-FB66-D729-4D78-29B648362FF0}"/>
              </a:ext>
            </a:extLst>
          </p:cNvPr>
          <p:cNvSpPr txBox="1"/>
          <p:nvPr/>
        </p:nvSpPr>
        <p:spPr>
          <a:xfrm>
            <a:off x="6444343" y="5402185"/>
            <a:ext cx="5747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i="1" dirty="0">
                <a:solidFill>
                  <a:schemeClr val="bg1"/>
                </a:solidFill>
                <a:latin typeface="Daytona Condensed Light" panose="020B0306030503040204" pitchFamily="34" charset="0"/>
              </a:rPr>
              <a:t>“Quando as pessoas se conectam, a inovação acontece.”</a:t>
            </a:r>
            <a:endParaRPr lang="en-US" i="1" dirty="0">
              <a:solidFill>
                <a:schemeClr val="bg1"/>
              </a:solidFill>
              <a:latin typeface="Daytona Condensed Light" panose="020B0306030503040204" pitchFamily="34" charset="0"/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F4C71E0F-17C1-BEBD-156E-C04A2D34A49E}"/>
              </a:ext>
            </a:extLst>
          </p:cNvPr>
          <p:cNvSpPr/>
          <p:nvPr/>
        </p:nvSpPr>
        <p:spPr>
          <a:xfrm>
            <a:off x="6444343" y="6542739"/>
            <a:ext cx="5747657" cy="315261"/>
          </a:xfrm>
          <a:prstGeom prst="rect">
            <a:avLst/>
          </a:prstGeom>
          <a:solidFill>
            <a:schemeClr val="tx2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665590D8-03B6-B663-192F-C8A47F87263E}"/>
              </a:ext>
            </a:extLst>
          </p:cNvPr>
          <p:cNvSpPr txBox="1"/>
          <p:nvPr/>
        </p:nvSpPr>
        <p:spPr>
          <a:xfrm>
            <a:off x="8317569" y="6542739"/>
            <a:ext cx="1981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Daytona" panose="020B0604030500040204" pitchFamily="34" charset="0"/>
              </a:rPr>
              <a:t>UFMS – Marcos Beck</a:t>
            </a:r>
          </a:p>
        </p:txBody>
      </p:sp>
    </p:spTree>
    <p:extLst>
      <p:ext uri="{BB962C8B-B14F-4D97-AF65-F5344CB8AC3E}">
        <p14:creationId xmlns:p14="http://schemas.microsoft.com/office/powerpoint/2010/main" val="21812118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ioleta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91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Daytona</vt:lpstr>
      <vt:lpstr>Daytona Condensed Light</vt:lpstr>
      <vt:lpstr>Daytona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Beck</dc:creator>
  <cp:lastModifiedBy>Marcos Beck</cp:lastModifiedBy>
  <cp:revision>1</cp:revision>
  <dcterms:created xsi:type="dcterms:W3CDTF">2025-11-21T23:24:52Z</dcterms:created>
  <dcterms:modified xsi:type="dcterms:W3CDTF">2025-11-22T01:26:53Z</dcterms:modified>
</cp:coreProperties>
</file>